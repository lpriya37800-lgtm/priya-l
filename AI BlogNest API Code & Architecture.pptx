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Space Grotesk"/>
      <ns0:bold ns1:id="rIdFont14"/>
    </ns0:embeddedFont>
    <ns0:embeddedFont>
      <ns0:font typeface="Plus Jakarta Sans"/>
      <ns0:bold ns1:id="rIdFont15"/>
      <ns0:regular ns1:id="rIdFont16"/>
    </ns0:embeddedFont>
    <ns0:embeddedFont>
      <ns0:font typeface="Fira Code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ba5e80ff-61db-40fe-97b2-6076a2713669.fntdata" /><ns0:Relationship Id="rIdFont15" Type="http://schemas.openxmlformats.org/officeDocument/2006/relationships/font" Target="fonts/16d15dd9-f218-443f-ae4c-37d5732afdd2.fntdata" /><ns0:Relationship Id="rIdFont16" Type="http://schemas.openxmlformats.org/officeDocument/2006/relationships/font" Target="fonts/38734b85-aebd-4baf-85d9-74c62dcf4d28.fntdata" /><ns0:Relationship Id="rIdFont17" Type="http://schemas.openxmlformats.org/officeDocument/2006/relationships/font" Target="fonts/5242e48e-82cf-41a8-a474-3a37a52eb067.fntdata" /><ns0:Relationship Id="rIdFont18" Type="http://schemas.openxmlformats.org/officeDocument/2006/relationships/font" Target="fonts/779e32f0-9235-4d61-88fd-170d93fa350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483298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255490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Space Grotesk"/>
              </a:rPr>
              <a:t>NESTJS &amp; OPENAI INTEGRATION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07915"/>
            <a:ext cx="11251406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Space Grotesk"/>
              </a:rPr>
              <a:t>AI BlogNest API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49835"/>
            <a:ext cx="676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Complete source code presentation covering TypeORM schemas, JWT authentication, OpenAI generation services, and REST controllers.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800" y="4402335"/>
            <a:ext cx="4548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Production-Ready NestJS Codebase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04950"/>
            <a:ext cx="3505200" cy="481965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504950"/>
            <a:ext cx="3505200" cy="481965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504950"/>
            <a:ext cx="3505200" cy="481965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819275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1819275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1819275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Backend 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27647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NestJS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26289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TypeScript microservice container with dependency injection, modular routing, and class-validator DTOs.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227647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PostgreSQL &amp; TypeORM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26289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Relational entity mapping with automated schema sync, cascades, and indexed foreign key relationships.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227647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OpenAI GPT-4o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26289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JSON-formatted structured prompt synthesis for automated blog writing, tag extraction, and SEO meta creation.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962025"/>
            <a:ext cx="10972800" cy="733425"/>
          </a:xfrm>
          <a:prstGeom prst="roundRect">
            <a:avLst>
              <a:gd name="adj" fmla="val 10389"/>
            </a:avLst>
          </a:prstGeom>
          <a:solidFill>
            <a:srgbClr val="090D1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93412" y="585787"/>
            <a:ext cx="1188987" cy="247650"/>
          </a:xfrm>
          <a:prstGeom prst="roundRect">
            <a:avLst>
              <a:gd name="adj" fmla="val 2307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" y="1133475"/>
            <a:ext cx="106870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472B6"/>
                </a:solidFill>
                <a:latin typeface="Fira Code"/>
              </a:rPr>
              <a:t>import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{ Entity, PrimaryGeneratedColumn, Column, CreateDateColumn, OneToMany }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from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'typeorm'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import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{ Post }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from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'../posts/post.entity'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export enum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UserRole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{ ADMIN =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'ADMIN'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, AUTHOR =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'AUTHOR'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}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@Entity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'users'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)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export class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User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{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@PrimaryGeneratedColumn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'uuid'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)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id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string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@Column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({ unique: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true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})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email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string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@Column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()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passwordHash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string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@Column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({ type: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'enum'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, enum: UserRole, default: UserRole.AUTHOR })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role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UserRole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@OneToMany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(() =&gt; Post, (post) =&gt; post.author)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posts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Post[]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@CreateDateColumn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()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createdAt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Date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;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7712" y="642937"/>
            <a:ext cx="10556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CBD5E1"/>
                </a:solidFill>
                <a:latin typeface="monospace"/>
              </a:rPr>
              <a:t>TypeORM 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452958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47700"/>
            <a:ext cx="4756063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FFFFF"/>
                </a:solidFill>
                <a:latin typeface="Plus Jakarta Sans"/>
              </a:rPr>
              <a:t>User Entity (</a:t>
            </a:r>
            <a:r>
              <a:rPr b="1" sz="1950" i="0" u="none">
                <a:solidFill>
                  <a:srgbClr val="A78BFA"/>
                </a:solidFill>
                <a:latin typeface="Plus Jakarta Sans"/>
              </a:rPr>
              <a:t>user.entity.ts</a:t>
            </a:r>
            <a:r>
              <a:rPr b="1" sz="1950" i="0" u="none">
                <a:solidFill>
                  <a:srgbClr val="FFFFFF"/>
                </a:solidFill>
                <a:latin typeface="Plus Jakarta Sans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962025"/>
            <a:ext cx="10972800" cy="733425"/>
          </a:xfrm>
          <a:prstGeom prst="roundRect">
            <a:avLst>
              <a:gd name="adj" fmla="val 10389"/>
            </a:avLst>
          </a:prstGeom>
          <a:solidFill>
            <a:srgbClr val="090D1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93412" y="585787"/>
            <a:ext cx="1188987" cy="247650"/>
          </a:xfrm>
          <a:prstGeom prst="roundRect">
            <a:avLst>
              <a:gd name="adj" fmla="val 2307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" y="1133475"/>
            <a:ext cx="106870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472B6"/>
                </a:solidFill>
                <a:latin typeface="Fira Code"/>
              </a:rPr>
              <a:t>import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{ Entity, PrimaryGeneratedColumn, Column, ManyToOne }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from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'typeorm'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import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{ User }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from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'../users/user.entity'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export enum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PostStatus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{ DRAFT =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'DRAFT'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, PUBLISHED =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'PUBLISHED'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}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@Entity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'posts'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)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export class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Post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{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@PrimaryGeneratedColumn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'uuid'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)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id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string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@Column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()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title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string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@Column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({ type: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'text'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})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content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string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@Column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({ default: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false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})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isAiGenerated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boolean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@ManyToOne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(() =&gt; User, (user) =&gt; user.posts, { onDelete: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'CASCADE'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})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author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User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;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7712" y="642937"/>
            <a:ext cx="10556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CBD5E1"/>
                </a:solidFill>
                <a:latin typeface="monospace"/>
              </a:rPr>
              <a:t>TypeORM 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527967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47700"/>
            <a:ext cx="5543661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FFFFF"/>
                </a:solidFill>
                <a:latin typeface="Plus Jakarta Sans"/>
              </a:rPr>
              <a:t>Blog Post Entity (</a:t>
            </a:r>
            <a:r>
              <a:rPr b="1" sz="1950" i="0" u="none">
                <a:solidFill>
                  <a:srgbClr val="A78BFA"/>
                </a:solidFill>
                <a:latin typeface="Plus Jakarta Sans"/>
              </a:rPr>
              <a:t>post.entity.ts</a:t>
            </a:r>
            <a:r>
              <a:rPr b="1" sz="1950" i="0" u="none">
                <a:solidFill>
                  <a:srgbClr val="FFFFFF"/>
                </a:solidFill>
                <a:latin typeface="Plus Jakarta Sans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923925"/>
            <a:ext cx="10972800" cy="733425"/>
          </a:xfrm>
          <a:prstGeom prst="roundRect">
            <a:avLst>
              <a:gd name="adj" fmla="val 10389"/>
            </a:avLst>
          </a:prstGeom>
          <a:solidFill>
            <a:srgbClr val="090D1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87731" y="566737"/>
            <a:ext cx="1394668" cy="247650"/>
          </a:xfrm>
          <a:prstGeom prst="roundRect">
            <a:avLst>
              <a:gd name="adj" fmla="val 2307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" y="1095375"/>
            <a:ext cx="106870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BBF24"/>
                </a:solidFill>
                <a:latin typeface="Fira Code"/>
              </a:rPr>
              <a:t>@Injectable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()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export class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AiService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{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private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openai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OpenAI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=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new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OpenAI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({ apiKey: process.env.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OPENAI_API_KEY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});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async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generateArticle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(topic: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string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, tone =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'informative'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) {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const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response =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await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this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.openai.chat.completions.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create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({ model: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'gpt-4o-mini'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, messages: [ { role: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'system'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, content: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'Return JSON with keys: title, content (markdown), summary.'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}, { role: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'user'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, content: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`Write article on "${topic}" with tone "${tone}".`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}, ], response_format: { type: 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'json_object'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}, });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return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JSON.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parse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(response.choices[0].message.content); }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2031" y="623887"/>
            <a:ext cx="1261318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CBD5E1"/>
                </a:solidFill>
                <a:latin typeface="monospace"/>
              </a:rPr>
              <a:t>NestJS Injectable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468194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AI ENGINE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28650"/>
            <a:ext cx="4916044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Plus Jakarta Sans"/>
              </a:rPr>
              <a:t>OpenAI Service (</a:t>
            </a:r>
            <a:r>
              <a:rPr b="1" sz="1800" i="0" u="none">
                <a:solidFill>
                  <a:srgbClr val="A78BFA"/>
                </a:solidFill>
                <a:latin typeface="Plus Jakarta Sans"/>
              </a:rPr>
              <a:t>ai.service.ts</a:t>
            </a:r>
            <a:r>
              <a:rPr b="1" sz="1800" i="0" u="none">
                <a:solidFill>
                  <a:srgbClr val="FFFFFF"/>
                </a:solidFill>
                <a:latin typeface="Plus Jakarta Sans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923925"/>
            <a:ext cx="10972800" cy="733425"/>
          </a:xfrm>
          <a:prstGeom prst="roundRect">
            <a:avLst>
              <a:gd name="adj" fmla="val 10389"/>
            </a:avLst>
          </a:prstGeom>
          <a:solidFill>
            <a:srgbClr val="090D1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87731" y="566737"/>
            <a:ext cx="1394668" cy="247650"/>
          </a:xfrm>
          <a:prstGeom prst="roundRect">
            <a:avLst>
              <a:gd name="adj" fmla="val 2307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" y="1095375"/>
            <a:ext cx="106870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BBF24"/>
                </a:solidFill>
                <a:latin typeface="Fira Code"/>
              </a:rPr>
              <a:t>@Controller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'posts'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)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export class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PostsController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{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constructor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private readonly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postsService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PostsService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) {}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@UseGuards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(JwtAuthGuard)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@Post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'generate-ai'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)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async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generateAiPost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@Body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() dto: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GenerateAiPostDto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,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@GetUser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() user: </a:t>
            </a:r>
            <a:r>
              <a:rPr b="0" sz="975" i="0" u="none">
                <a:solidFill>
                  <a:srgbClr val="A78BFA"/>
                </a:solidFill>
                <a:latin typeface="Fira Code"/>
              </a:rPr>
              <a:t>User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) {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return this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.postsService.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generateAndCreate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(dto, user); } 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@Get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()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async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findAll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</a:t>
            </a:r>
            <a:r>
              <a:rPr b="1" sz="975" i="0" u="none">
                <a:solidFill>
                  <a:srgbClr val="FBBF24"/>
                </a:solidFill>
                <a:latin typeface="Fira Code"/>
              </a:rPr>
              <a:t>@Query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</a:t>
            </a:r>
            <a:r>
              <a:rPr b="0" sz="975" i="0" u="none">
                <a:solidFill>
                  <a:srgbClr val="4ADE80"/>
                </a:solidFill>
                <a:latin typeface="Fira Code"/>
              </a:rPr>
              <a:t>'page'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) page = 1) { </a:t>
            </a:r>
            <a:r>
              <a:rPr b="1" sz="975" i="0" u="none">
                <a:solidFill>
                  <a:srgbClr val="F472B6"/>
                </a:solidFill>
                <a:latin typeface="Fira Code"/>
              </a:rPr>
              <a:t>return this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.postsService.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findAll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(Number(page)); }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2031" y="623887"/>
            <a:ext cx="1261318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CBD5E1"/>
                </a:solidFill>
                <a:latin typeface="monospace"/>
              </a:rPr>
              <a:t>NestJS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578234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REST API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28650"/>
            <a:ext cx="607146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Plus Jakarta Sans"/>
              </a:rPr>
              <a:t>Posts Controller (</a:t>
            </a:r>
            <a:r>
              <a:rPr b="1" sz="1800" i="0" u="none">
                <a:solidFill>
                  <a:srgbClr val="A78BFA"/>
                </a:solidFill>
                <a:latin typeface="Plus Jakarta Sans"/>
              </a:rPr>
              <a:t>posts.controller.ts</a:t>
            </a:r>
            <a:r>
              <a:rPr b="1" sz="1800" i="0" u="none">
                <a:solidFill>
                  <a:srgbClr val="FFFFFF"/>
                </a:solidFill>
                <a:latin typeface="Plus Jakarta Sans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57475"/>
            <a:ext cx="10972800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533775"/>
            <a:ext cx="10972800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10075"/>
            <a:ext cx="10972800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" y="2857500"/>
            <a:ext cx="41910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" y="3733800"/>
            <a:ext cx="4381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625" y="4610100"/>
            <a:ext cx="447675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33900" y="2919412"/>
            <a:ext cx="6554241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52650" y="3795712"/>
            <a:ext cx="518219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80469" y="3795712"/>
            <a:ext cx="1432768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24125" y="4672012"/>
            <a:ext cx="1707207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64832" y="4672012"/>
            <a:ext cx="2438846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DEPLOYMENT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Execution &amp; Testing Instructions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" y="2933700"/>
            <a:ext cx="247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1125" y="2919412"/>
            <a:ext cx="10810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Clone codebase and install dependencies: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3810000"/>
            <a:ext cx="266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0175" y="3795712"/>
            <a:ext cx="84752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Configure file with , PostgreSQL connection string, and JWT Secret.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975" y="4686300"/>
            <a:ext cx="2762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9700" y="4672012"/>
            <a:ext cx="83020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Run dev server: and send POST to 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0100" y="2938462"/>
            <a:ext cx="7581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monospace"/>
              </a:rPr>
              <a:t>npm install @nestjs/core @nestjs/typeorm typeorm pg openai @nestjs/jwt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28850" y="3814762"/>
            <a:ext cx="65156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monospace"/>
              </a:rPr>
              <a:t>.env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6669" y="3814762"/>
            <a:ext cx="163856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monospace"/>
              </a:rPr>
              <a:t>OPENAI_API_KEY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0325" y="4691062"/>
            <a:ext cx="198160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monospace"/>
              </a:rPr>
              <a:t>npm run start:dev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1032" y="4691062"/>
            <a:ext cx="289615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monospace"/>
              </a:rPr>
              <a:t>/api/v1/posts/generate-ai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