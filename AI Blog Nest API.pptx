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2000" cy="6858000" type="screen4x3"/>
  <ns0:notesSz cx="6858000" cy="9144000"/>
  <ns0:embeddedFontLst>
    <ns0:embeddedFont>
      <ns0:font typeface="Inter"/>
      <ns0:bold ns1:id="rIdFont38"/>
      <ns0:regular ns1:id="rIdFont39"/>
    </ns0:embeddedFont>
    <ns0:embeddedFont>
      <ns0:font typeface="Fira Code"/>
      <ns0:bold ns1:id="rIdFont40"/>
      <ns0:regular ns1:id="rIdFont4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Font38" Type="http://schemas.openxmlformats.org/officeDocument/2006/relationships/font" Target="fonts/94e7e9fb-11fe-48c0-9790-360849a00f01.fntdata" /><ns0:Relationship Id="rIdFont39" Type="http://schemas.openxmlformats.org/officeDocument/2006/relationships/font" Target="fonts/c2432cbe-3fef-4916-a4d9-7ee316b6c94c.fntdata" /><ns0:Relationship Id="rIdFont40" Type="http://schemas.openxmlformats.org/officeDocument/2006/relationships/font" Target="fonts/31128e74-f410-4eff-bb09-e02f83233fac.fntdata" /><ns0:Relationship Id="rIdFont41" Type="http://schemas.openxmlformats.org/officeDocument/2006/relationships/font" Target="fonts/ac403c13-831a-4fb4-aabd-f17a1ef02f4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29992"/>
            <a:ext cx="66675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29992"/>
            <a:ext cx="666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1175" y="4468117"/>
            <a:ext cx="9525" cy="400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86200" y="4468117"/>
            <a:ext cx="9525" cy="400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9832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485132"/>
            <a:ext cx="5563195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AI Blog Nest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62312"/>
            <a:ext cx="6762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Enterprise-Grade Autonomous Content Generation Engine Powered by NestJS &amp; 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027932"/>
            <a:ext cx="379214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TECHNICAL ARCHITECTURE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68117"/>
            <a:ext cx="12287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68142"/>
            <a:ext cx="1228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NestJS v10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468117"/>
            <a:ext cx="2047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AI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9300" y="4668142"/>
            <a:ext cx="204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OpenAI GPT-4o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4325" y="4468117"/>
            <a:ext cx="2214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4325" y="4668142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PostgreSQL + Prisma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5185023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38450"/>
            <a:ext cx="57150" cy="2171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23" y="3090862"/>
            <a:ext cx="400050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23" y="3709987"/>
            <a:ext cx="419100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23" y="4329112"/>
            <a:ext cx="447675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123" y="320516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123" y="38242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123" y="4443412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Autonomous Content Generation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181350"/>
            <a:ext cx="5552591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Inter"/>
              </a:rPr>
              <a:t>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905250"/>
            <a:ext cx="555259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Publishing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210050"/>
            <a:ext cx="45373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Automated blog ideation, SEO tagging, structured formatting, and instant AI publishing.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4273" y="3090862"/>
            <a:ext cx="53877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Streamed LLM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4273" y="3328987"/>
            <a:ext cx="5203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Server-Sent Events for real-time article drafting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3323" y="3709987"/>
            <a:ext cx="50506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Enterprise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3323" y="3948112"/>
            <a:ext cx="4810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JWT authentication, rate limits, and request throttling.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1898" y="4329112"/>
            <a:ext cx="53401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Modular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1898" y="4567237"/>
            <a:ext cx="534010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NestJS dependency injection and domain boundary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052637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338512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624387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6050" y="2252662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6050" y="3538537"/>
            <a:ext cx="847725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6050" y="4824412"/>
            <a:ext cx="933450" cy="219075"/>
          </a:xfrm>
          <a:prstGeom prst="roundRect">
            <a:avLst>
              <a:gd name="adj" fmla="val 1739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6450"/>
            <a:ext cx="530542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85975"/>
            <a:ext cx="528637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High-Level 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2290762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2519362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REST Controller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757487"/>
            <a:ext cx="5695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Validates DTO payloads and guards endpoints with JWT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576637"/>
            <a:ext cx="790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CORE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3805237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AI Domain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4043362"/>
            <a:ext cx="5695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Constructs prompt trees and manages async BullMQ jobs.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4862512"/>
            <a:ext cx="876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FAFC"/>
                </a:solidFill>
                <a:latin typeface="Inter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5091112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PostgreSQL &amp;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5329237"/>
            <a:ext cx="5695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Stores structured posts, user usage quotas, and cache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6075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6075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623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623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6230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CORE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NestJS Module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8140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Auth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243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Handles user registration, login, bcrypt password hashing, and Passport JWT strategy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58140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AI Generator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243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Encapsulates OpenAI SDK calls, prompt template engines, and streaming response handlers.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581400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Blog Posts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243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Manages article CRUD, tag associations, status publishing states, and pagination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0387"/>
            <a:ext cx="2600325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00387"/>
            <a:ext cx="2600325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00387"/>
            <a:ext cx="2600325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00387"/>
            <a:ext cx="2600325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3338512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3338512"/>
            <a:ext cx="42862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12" y="3338512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837" y="3338512"/>
            <a:ext cx="3048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TECHNOLOGY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Production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838" y="3795712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TypeScript &amp; NestJS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215" y="4071937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Strict type safety and decorator metadata injection.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6663" y="3795712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Vercel AI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3040" y="4071937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Unified streaming protocols for LLM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7488" y="3795712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Prisma 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865" y="4071937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Auto-generated DB client with type-safe schema.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8313" y="3795712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BullMQ &amp;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4690" y="4071937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Asynchronous background job queue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53340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1800"/>
            <a:ext cx="53340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SECURITY &amp;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Authentication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90875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JWT Access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286125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API Rate Limiting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9092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Stateless Auth: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Bearer tokens issued on successful auth.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95725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Custom Guards: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@UseGuards(JwtAuthGuard)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decorates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39102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RBAC Controls: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Admin and Author role-based permissions.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861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Throttler Module: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Max 10 AI generation calls per minute.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9909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Token Quotas: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Daily user limit tracking stored in Redis.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957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Header Injection: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Expresses remaining allowance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1825"/>
            <a:ext cx="2443162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71825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2812" y="3171825"/>
            <a:ext cx="2443162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2812" y="3171825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6025" y="3171825"/>
            <a:ext cx="2443162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3171825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39237" y="3262312"/>
            <a:ext cx="2443162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39237" y="3262312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84810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84810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848100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WORKFLOW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Article Generation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362325"/>
            <a:ext cx="2157412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312" y="3362325"/>
            <a:ext cx="2157412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362325"/>
            <a:ext cx="2157412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9737" y="3452812"/>
            <a:ext cx="2157412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6671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Prompt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943350"/>
            <a:ext cx="215741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User submits article topic, tone, target length, and key terms.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36671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Outline Assembly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3312" y="3943350"/>
            <a:ext cx="215741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System builds structured JSON outline with heading hierarchies.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6671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Stream Drafting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3943350"/>
            <a:ext cx="215741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OpenAI stream produces Markdown body text via SSE protocol.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9737" y="3757612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Persist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9737" y="4033837"/>
            <a:ext cx="21574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Final post saved to database as editable draft entity.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85950"/>
            <a:ext cx="13842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93850" y="1885950"/>
            <a:ext cx="317658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70437" y="1885950"/>
            <a:ext cx="421124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81678" y="1885950"/>
            <a:ext cx="22007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76487"/>
            <a:ext cx="1384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93850" y="2376487"/>
            <a:ext cx="3176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70437" y="2376487"/>
            <a:ext cx="4211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81678" y="237648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852737"/>
            <a:ext cx="1384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93850" y="2852737"/>
            <a:ext cx="3176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0437" y="2852737"/>
            <a:ext cx="4211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81678" y="285273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328987"/>
            <a:ext cx="1384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93850" y="3328987"/>
            <a:ext cx="3176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70437" y="3328987"/>
            <a:ext cx="4211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81678" y="332898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805237"/>
            <a:ext cx="1384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3850" y="3805237"/>
            <a:ext cx="31765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70437" y="3805237"/>
            <a:ext cx="4211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81678" y="380523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447800"/>
          <a:ext cx="10972798" cy="23717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84250"/>
                <a:gridCol w="3176587"/>
                <a:gridCol w="4211240"/>
                <a:gridCol w="2200721"/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AUTH 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Fira Code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Fira Code"/>
                        </a:rPr>
                        <a:t>/api/v1/auth/login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Authenticates user &amp; returns JWT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Fira Code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Fira Code"/>
                        </a:rPr>
                        <a:t>/api/v1/ai/generate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Triggers AI blog creation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Bearer Token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97706"/>
                          </a:solidFill>
                          <a:latin typeface="Fira Code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Fira Code"/>
                        </a:rPr>
                        <a:t>/api/v1/posts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Fetches paginated published posts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Fira Code"/>
                        </a:rPr>
                        <a:t>DELETE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Fira Code"/>
                        </a:rPr>
                        <a:t>/api/v1/posts/:id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Removes article by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Admin Token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INTERFACE SPECIFICATION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Core API Routes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6525"/>
            <a:ext cx="6069955" cy="241935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84355" y="3028950"/>
            <a:ext cx="4598044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84355" y="3962400"/>
            <a:ext cx="4598044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Post Entity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952750"/>
            <a:ext cx="68968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Fira Code"/>
              </a:rPr>
              <a:t>model Post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2194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id         String   @id @default(uuid())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4099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title      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6004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slug       String   @unique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7909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content    String   @db.Text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9814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status     PostStatus @default(DRAFT)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1719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authorId  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362450"/>
            <a:ext cx="67444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Fira Code"/>
              </a:rPr>
              <a:t>createdAt  DateTime @default(now())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629150"/>
            <a:ext cx="68968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Fira Code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4380" y="3228975"/>
            <a:ext cx="50076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Unique Slugs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4380" y="3429000"/>
            <a:ext cx="50076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Automatically derived from AI title with collision handling.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4380" y="4162425"/>
            <a:ext cx="50076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Draft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4380" y="4362450"/>
            <a:ext cx="50076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Enum flags: DRAFT, REVIEW, PUBLISHED, ARCHIVED.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User &amp; Audit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00437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User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Stores password credentials, roles, token quotas, and active subscription tier 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00437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AI Request Log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Tracks prompt history, completion tokens, latency stats, and execution cost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00437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Tag &amp; Category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Many-to-many post relations for taxonomy search and SEO indexing.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802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4802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4802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86150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4861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4861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AUTOMATION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Phase 1: Topic Ideation &amp;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29050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Keyword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0527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Parses user seed input into key entities.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829050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Section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410527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Generates H2 and H3 heading outlines.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829050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SEO Intent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10527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Ensures search intent criteria fulfillment.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495550"/>
            <a:ext cx="52959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486150"/>
            <a:ext cx="52959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476750"/>
            <a:ext cx="52959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6450"/>
            <a:ext cx="52959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GENERATION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Phase 2: Full Article Drafting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6860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Contextual Prompt 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9241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Injects target persona and brand guidelines.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6766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Token-by-Token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9147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Reduces latency perception using SSE streams.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6672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Markdown Standardizer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9053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Sanitizes AI raw markdown into safe HTML blocks.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5625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95625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95625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Automated SEO Metadata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356" y="3409950"/>
            <a:ext cx="359568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356" y="40481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Char Meta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356" y="4276725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Auto-generated description snippet.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8156" y="3409950"/>
            <a:ext cx="359568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156" y="40481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OpenGraph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8156" y="4276725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OG title, tags, and twitter card metadata.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1956" y="3409950"/>
            <a:ext cx="359568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EA580C"/>
                </a:solidFill>
                <a:latin typeface="Inter"/>
              </a:rPr>
              <a:t>5-8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1956" y="40481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Taxonomy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1956" y="4276725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Extracts high-intent category tags.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62325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6232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6232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VISUAL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Featured Image Prompt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Prompt Distillation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Extracts core subject metaphor from article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DALL-E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Fires async generation call to image endpoints.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4332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S3 CDN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Downloads image asset and stores to Cloud CDN.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347"/>
            <a:ext cx="6413450" cy="2323504"/>
          </a:xfrm>
          <a:prstGeom prst="roundRect">
            <a:avLst>
              <a:gd name="adj" fmla="val 49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27850" y="2990850"/>
            <a:ext cx="4254549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27850" y="3924300"/>
            <a:ext cx="4254549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NestJS Controller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914947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@Controller('ai')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01578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@UseGuards(JwtAuthGuard)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88208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export class AiController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474839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Fira Code"/>
              </a:rPr>
              <a:t>constructor(private aiService: AiService) {}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48100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@Post('generate')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034730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async generate(@Body() dto: GenerateBlogDto)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21360"/>
            <a:ext cx="71405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return this.aiService.createArticle(dto);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407991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94621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7875" y="3190875"/>
            <a:ext cx="4664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Decorator Syntax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7875" y="3390900"/>
            <a:ext cx="4664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Clean routing and guard declaration.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7875" y="4124325"/>
            <a:ext cx="4664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DTO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7875" y="4324350"/>
            <a:ext cx="4664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Automatic payload type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347"/>
            <a:ext cx="6413450" cy="2323504"/>
          </a:xfrm>
          <a:prstGeom prst="roundRect">
            <a:avLst>
              <a:gd name="adj" fmla="val 49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27850" y="2990850"/>
            <a:ext cx="4254549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27850" y="3924300"/>
            <a:ext cx="4254549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BUSINESS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Generation Service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914947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@Injectable()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01578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export class AiService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288208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Fira Code"/>
              </a:rPr>
              <a:t>constructor(private prisma: PrismaService)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661469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async createArticle(dto: GenerateBlogDto)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8100"/>
            <a:ext cx="71405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43F5E"/>
                </a:solidFill>
                <a:latin typeface="Fira Code"/>
              </a:rPr>
              <a:t>const prompt = this.buildPrompt(dto);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34730"/>
            <a:ext cx="71405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const response = await openai.chat.completions.create({...});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21360"/>
            <a:ext cx="71405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return this.prisma.post.create({...});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407991"/>
            <a:ext cx="72929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94621"/>
            <a:ext cx="7445312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7875" y="3190875"/>
            <a:ext cx="4664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Prisma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7875" y="3390900"/>
            <a:ext cx="4664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Direct database write upon completion.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7875" y="4124325"/>
            <a:ext cx="4664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Service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7875" y="4324350"/>
            <a:ext cx="4664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Keeps HTTP handlers clean and reusable.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533400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3370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43262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48025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REAL-TIME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Server-Sent Events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00462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SSE Controller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62412"/>
            <a:ext cx="48006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Uses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Observable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to pipe active OpenAI token chunks straight to frontend clients.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705225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Zero Latency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067175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Users start reading the first paragraph within 200ms rather than waiting 15 seconds for full synthesis.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9437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9437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9437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1943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119437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119437"/>
            <a:ext cx="3505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RESOURCE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Throttling &amp; Quota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2337"/>
            <a:ext cx="3619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10 /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262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Standard Burst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43387"/>
            <a:ext cx="3619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Prevents API endpoint abuse.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462337"/>
            <a:ext cx="3619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50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4005262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Daily Token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4243387"/>
            <a:ext cx="3619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Enforced per user subscription tier.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462337"/>
            <a:ext cx="3619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HTTP 429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4005262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580C"/>
                </a:solidFill>
                <a:latin typeface="Inter"/>
              </a:rPr>
              <a:t>Graceful Throttle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243387"/>
            <a:ext cx="3619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Standardized payload response.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62325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6232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62325"/>
            <a:ext cx="2000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INPUT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Transfer Objects (DTOs)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Class-Validator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Decorators like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@IsString()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@MinLength()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enforce payload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Class-Transformer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Pipelined sanitization strips unallowed attributes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4332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Swagger Decorators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@ApiProperty()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auto-generates live interactive OpenAPI specs.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53340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1800"/>
            <a:ext cx="53340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Redis Caching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90875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Query Cache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286125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LLM Prompt Memoization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9092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Read Acceleration: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Public post feeds cached in Redis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95725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TTL Invalidations: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Cache flushed automatically upon post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39102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Latency Cut: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Response time drops from 120ms to 8ms.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861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Hashed Prompts: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Identical requests reuse token outputs.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9909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Cost Reduction: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Cuts redundant third-party API expense.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957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Fallback Store: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Graceful degradation on model downtime.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3654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62312"/>
            <a:ext cx="33654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3200" y="3262312"/>
            <a:ext cx="33654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13200" y="3262312"/>
            <a:ext cx="33654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16800" y="3262312"/>
            <a:ext cx="33654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16800" y="3262312"/>
            <a:ext cx="33654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450" y="38481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3848100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ASYNC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BullMQ Queue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52812"/>
            <a:ext cx="30797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QUEUE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700" y="3452812"/>
            <a:ext cx="30797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QUEUE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452812"/>
            <a:ext cx="30797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QUEUE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757612"/>
            <a:ext cx="391709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Job Producer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033837"/>
            <a:ext cx="3079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API receives bulk blog generation request and dispatches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3700" y="3757612"/>
            <a:ext cx="391709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Redis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3700" y="4033837"/>
            <a:ext cx="3079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Worker picks job, executes LLM call with exponential retry policies.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300" y="3757612"/>
            <a:ext cx="37846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Event Emission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7300" y="4033837"/>
            <a:ext cx="3079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Emits completion event to notify user via webhooks.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6232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6232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6232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Global Exception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Custom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Catch unhandled exceptions and format clean JSON error payloads.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OpenAI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Graceful model switching on API error rate spikes.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4332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Audit Tracing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Integrates with Sentry for centralized error monitoring tracking.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24200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Event-Driven Webhook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38525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Internal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438525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Outbound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3857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post.created: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Triggers background notification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4337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ai.completed: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Logs token consumption to billing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8385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CMS Sync: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Dispatches new articles directly to WordPress/Ghost.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1433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HMAC Signature: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Secures payload integrity for receivers.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002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62325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6232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6232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DEVELOPER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Automated OpenAPI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Interactive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Interactive testing portal exposed at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/api/docs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433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Bearer Token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Built-in authorization button for JWT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4332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Client SDK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48125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Auto-generates TypeScript client SDKs from OpenAPI JSON.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24200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Unit &amp; Integration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38525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Jest 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438525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Supertest E2E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3857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Mocking: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OpenAI SDK completely mocked in unit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4337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Coverage Target: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Over 85% core business domain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8385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Real Pipeline: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Tests full HTTP requests with test DB container.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1433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Auth Flows: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Verifies token lifecycle and guard rejection.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990850"/>
            <a:ext cx="52959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981450"/>
            <a:ext cx="52959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6450"/>
            <a:ext cx="52959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Containerized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1813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Multi-Stage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4194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Slim Alpine base image producing sub-150MB builds.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1719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Docker Compose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410075"/>
            <a:ext cx="571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Orchestrates API, Postgres, and Redis locally with one command.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2443162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62312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2812" y="3262312"/>
            <a:ext cx="2443162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2812" y="3262312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6025" y="3262312"/>
            <a:ext cx="2443162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3262312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39237" y="3262312"/>
            <a:ext cx="2443162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39237" y="3262312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84810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84810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848100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CONTINUOUS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GitHub Actions Release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452812"/>
            <a:ext cx="2157412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STAGE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312" y="3452812"/>
            <a:ext cx="2157412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STAGE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452812"/>
            <a:ext cx="2157412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STAGE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9737" y="3452812"/>
            <a:ext cx="2157412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757612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Lint &amp;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033837"/>
            <a:ext cx="21574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Runs ESLint and security dependency scans.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3757612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Execute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3312" y="4033837"/>
            <a:ext cx="21574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Fires Jest unit and Supertest e2e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757612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Build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4033837"/>
            <a:ext cx="21574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Pushes tagged image to AWS ECR registry.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9737" y="3757612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Rolling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9737" y="4033837"/>
            <a:ext cx="21574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Zero-downtime deployment to Kubernetes cluster.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3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33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33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33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Production Performance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840" y="3509962"/>
            <a:ext cx="255984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&lt; 15ms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840" y="4148137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Cached API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0665" y="3509962"/>
            <a:ext cx="255984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99.9%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665" y="4148137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Service 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1490" y="3509962"/>
            <a:ext cx="255984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3B82F6"/>
                </a:solidFill>
                <a:latin typeface="Inter"/>
              </a:rPr>
              <a:t>2.5k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490" y="4148137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Req / Sec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2315" y="3509962"/>
            <a:ext cx="255984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EA580C"/>
                </a:solidFill>
                <a:latin typeface="Inter"/>
              </a:rPr>
              <a:t>200ms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2315" y="4148137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Stream TTFB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24212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Engineering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00437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Q3 2026: Multi-LLM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Integrates Anthropic Claude and open-source Llama 3 models for cost arbitrage.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00437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Q4 2026: RAG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Vector database integration (pgvector) for accurate custom document grounding.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00437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Q1 2027: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433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Automated fine-tuning pipeline on high-performing user blog posts.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19487" y="4229100"/>
            <a:ext cx="286702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77012" y="4229100"/>
            <a:ext cx="209550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2114550"/>
            <a:ext cx="40005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26803" y="2800350"/>
            <a:ext cx="7138392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AI Blog Nest API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467100"/>
            <a:ext cx="77390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Production-ready NestJS architecture for enterprise autonomous blogging.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6390" y="4391025"/>
            <a:ext cx="2893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Fira Code"/>
              </a:rPr>
              <a:t>github.com/ai-blog-nest-api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0356" y="4391025"/>
            <a:ext cx="1928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Fira Code"/>
              </a:rPr>
              <a:t>docs.aiblognest.io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5607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https://miro.medium.com/v2/resize:fit:1400/1*tdfR5-SDkIAgZcaodCideQ.png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medium.com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4987"/>
            <a:ext cx="6619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https://www.frontiersin.org/files/Articles/1611658/xml-images/fsci-03-1611658-g001.webp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5012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www.frontiersin.org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76512"/>
            <a:ext cx="4250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https://miro.medium.com/1*6ifp6-xFc6rPXfS-vFemag.png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76537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